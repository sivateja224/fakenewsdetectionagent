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A3A60"/>
                </a:solidFill>
              </a:defRPr>
            </a:pPr>
            <a:r>
              <a:t>Fake News Detection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980B9"/>
                </a:solidFill>
              </a:defRPr>
            </a:pPr>
            <a:r>
              <a:t>An Agentic AI Web Application Using Machine Learning</a:t>
            </a:r>
          </a:p>
          <a:p>
            <a:r>
              <a:t>College Final-Year Project Submission</a:t>
            </a:r>
          </a:p>
          <a:p>
            <a:r>
              <a:t>Powered by Flask, Scikit-Learn, and Bootstrap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3A60"/>
                </a:solidFill>
                <a:latin typeface="Arial"/>
              </a:defRPr>
            </a:pPr>
            <a:r>
              <a:t>1. 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Objective: Develop an intelligent Agentic AI web application that evaluates news articles in real-time.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Problem: Misinformation and fake news spread exponentially online, requiring automated detection mechanisms.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Agentic Behavior: Unlike traditional classifiers, this system not only labels news (Real/Fake) but also computes confidence, extracts linguistic indicators, and provides 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Target Audience: General users, journalists, and students who require quick validation of internet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3A60"/>
                </a:solidFill>
                <a:latin typeface="Arial"/>
              </a:defRPr>
            </a:pPr>
            <a:r>
              <a:t>2.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Model Type: Binary Classification via Passive Aggressive Classifier.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Feature Representation: Word-level TF-IDF Vectorization with unigrams and bigrams (5,000 feature limit).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Backend Architecture: Flask-based micro-framework running Python 3.11.x.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Frontend Interface: Clean single-page application using Bootstrap 5 with responsive grid design.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Failsafe Mechanism: Local dataset fallback, and pre-trained pickle/joblib modules loaded at server startup.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3A60"/>
                </a:solidFill>
                <a:latin typeface="Arial"/>
              </a:defRPr>
            </a:pPr>
            <a:r>
              <a:t>3. 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Data Merging: Combined Fake.csv (0 label) and True.csv (1 label) into a unified dataframe.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Linguistic Cleaning: Lowercased all text, removed punctuation, digits, and standard NLTK stopwords.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Lemmatization: Applied WordNet Lemmatizer to scale words down to base lexical forms.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Vectorization: Built an TF-IDF feature matrix based on text frequency inverse document frequency.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Split &amp; Train: Trained Passive Aggressive Classifier on 80% split with 20% test partition for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3A60"/>
                </a:solidFill>
                <a:latin typeface="Arial"/>
              </a:defRPr>
            </a:pPr>
            <a:r>
              <a:t>4. 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Dataset Sources: Aggregated set of real and fake articles covering news across politics, world news, and local affairs.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True.csv size: 53.5 MB (21,417 articles with title, text, subject, date).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Fake.csv size: 62.7 MB (23,481 articles with title, text, subject, date).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Combined Total: 44,898 records.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Feature Combination: Article 'title' and 'body text' are merged to improve classification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3A60"/>
                </a:solidFill>
                <a:latin typeface="Arial"/>
              </a:defRPr>
            </a:pPr>
            <a:r>
              <a:t>5. 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User Input: The user pastes an article title/content into the web dashboard.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AI Analysis: Preprocesses the text (lowercasing, cleaning, lemmatizing) and applies TF-IDF weights.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Inference: Generates classification prediction (Real/Fake).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Confidence Estimation: Converts decision function distance to a percentage using a Sigmoid function.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Explanation &amp; Flags: Highlights suspicious text markers (exclamation, shout-caps, clickbait keys).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Actionable Advice: Recommends verifying claims using reputable 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3A60"/>
                </a:solidFill>
                <a:latin typeface="Arial"/>
              </a:defRPr>
            </a:pPr>
            <a:r>
              <a:t>6. Web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Glassmorphism UI: Trendy visual appearance using blur backdrops and clean rounded cards.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Responsive Grid: Mobile-friendly view optimized for tablets, laptops, and smart screens.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Interactive Status Indicators: Visual progress bar and color-coded alert panels.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Prediction History: Current session log tracking inputs and predictions on the dashboard.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Clear State Controls: Instantly reset input text boxes, results cards, and confidence meters.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3A60"/>
                </a:solidFill>
                <a:latin typeface="Arial"/>
              </a:defRPr>
            </a:pPr>
            <a:r>
              <a:t>7. Future Scope &amp;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Deep Learning: Upgrade model to Transformer-based architectures (BERT, RoBERTa) for contextual semantic understanding.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API Integrations: Connect with live web-scraping search APIs to check primary sources in real time.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Browser Extensions: Port model inference to chrome extension format to classify text directly on social platforms.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Multilingual Support: Enable translation and classification of non-English news articles.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A3A60"/>
                </a:solidFill>
                <a:latin typeface="Arial"/>
              </a:defRPr>
            </a:pPr>
            <a:r>
              <a:t>8.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Summary: Successfully built a modern Fake News Detection Agent that bridges Machine Learning classification with Agentic AI output explanations.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Technology Validation: Validated using high precision, recall, and accuracy metrics (~99% in PAC evaluations).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  <a:latin typeface="Arial"/>
              </a:defRPr>
            </a:pPr>
            <a:r>
              <a:t>College Submission: Designed with professional-grade software structures, documentation, and web design, making it fully ready for final-year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